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5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5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2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5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1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8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2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9FA3C-32D1-4AD8-857F-0E36071F8E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8C9DA-3F9E-4945-8842-D282358E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3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57CA35-4AC2-504A-93D7-FE928509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28" y="434228"/>
            <a:ext cx="2337679" cy="1237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4A123-04E1-3DEE-21FF-8C3B3417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61" y="509104"/>
            <a:ext cx="2556534" cy="1247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CBAAAD-2EB3-A59A-3751-CFD4A50D4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672" y="434227"/>
            <a:ext cx="2462997" cy="1237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7ACA0-0BB7-D862-693C-92CB5C491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873" y="509104"/>
            <a:ext cx="2218111" cy="11627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61CEA2-D11A-D31F-B540-147ADE33C51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645"/>
          <a:stretch/>
        </p:blipFill>
        <p:spPr>
          <a:xfrm>
            <a:off x="4290050" y="2128071"/>
            <a:ext cx="2121765" cy="1185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E82C1-850D-6CE9-9B2E-5DBF5A837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59" y="2101249"/>
            <a:ext cx="2777174" cy="10689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1A4B64-D816-950D-1500-23EDFBA8B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383" y="2279749"/>
            <a:ext cx="3352800" cy="14379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88E28F-2D36-84DE-F371-E9449913CA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9243" y="5236176"/>
            <a:ext cx="2997200" cy="1451769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5BA468E0-FA12-3117-8686-4CD15CC41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35" b="15311"/>
          <a:stretch/>
        </p:blipFill>
        <p:spPr bwMode="auto">
          <a:xfrm>
            <a:off x="4596443" y="5199862"/>
            <a:ext cx="2988206" cy="148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53C56B2-9EE5-3662-4526-2143E608BE7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929" r="7531" b="18781"/>
          <a:stretch/>
        </p:blipFill>
        <p:spPr>
          <a:xfrm>
            <a:off x="7572857" y="5199862"/>
            <a:ext cx="2543853" cy="148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6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amoghshas3@gmail.com</cp:lastModifiedBy>
  <cp:revision>3</cp:revision>
  <dcterms:created xsi:type="dcterms:W3CDTF">2026-07-18T10:38:29Z</dcterms:created>
  <dcterms:modified xsi:type="dcterms:W3CDTF">2026-07-18T11:42:38Z</dcterms:modified>
</cp:coreProperties>
</file>